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Ajaib Testing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Overview</a:t>
            </a:r>
          </a:p>
          <a:p>
            <a:r>
              <a:t>Hexagonal Architecture Pattern</a:t>
            </a:r>
          </a:p>
          <a:p/>
          <a:p>
            <a:r>
              <a:t>Transfer Service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Hexagonal Architecture (Ports and Adapters Pattern)</a:t>
            </a:r>
          </a:p>
          <a:p>
            <a:pPr lvl="1">
              <a:defRPr sz="1800"/>
            </a:pPr>
            <a:r>
              <a:t>Clean separation of concerns</a:t>
            </a:r>
          </a:p>
          <a:p>
            <a:pPr lvl="1">
              <a:defRPr sz="1800"/>
            </a:pPr>
            <a:r>
              <a:t>Business logic independent of external frameworks</a:t>
            </a:r>
          </a:p>
          <a:p>
            <a:pPr lvl="1">
              <a:defRPr sz="1800"/>
            </a:pPr>
            <a:r>
              <a:t>Testable and maintainable codebase</a:t>
            </a:r>
          </a:p>
          <a:p>
            <a:pPr lvl="1">
              <a:defRPr sz="1800"/>
            </a:pPr>
            <a:r>
              <a:t>Technology-agnostic core domain</a:t>
            </a:r>
          </a:p>
          <a:p>
            <a:pPr lvl="1">
              <a:defRPr sz="1800"/>
            </a:pPr>
            <a:r>
              <a:t>Easy to swap implementations (DB, Cache, HTTP framework)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Hexagonal Architecture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Concepts:</a:t>
            </a:r>
          </a:p>
          <a:p>
            <a:pPr lvl="1">
              <a:defRPr sz="1600"/>
            </a:pPr>
            <a:r>
              <a:t>Ports: Interfaces that define contracts</a:t>
            </a:r>
          </a:p>
          <a:p>
            <a:pPr lvl="1">
              <a:defRPr sz="1600"/>
            </a:pPr>
            <a:r>
              <a:t>Adapters: Implementations of port interfaces</a:t>
            </a:r>
          </a:p>
          <a:p>
            <a:pPr lvl="1">
              <a:defRPr sz="1600"/>
            </a:pPr>
            <a:r>
              <a:t>Primary/Driving Adapters: Trigger actions (HTTP handlers, CLI)</a:t>
            </a:r>
          </a:p>
          <a:p>
            <a:pPr lvl="1">
              <a:defRPr sz="1600"/>
            </a:pPr>
            <a:r>
              <a:t>Secondary/Driven Adapters: Provide data/services (DB, Cache, APIs)</a:t>
            </a:r>
          </a:p>
          <a:p>
            <a:pPr lvl="1">
              <a:defRPr sz="1600"/>
            </a:pPr>
            <a:r>
              <a:t>Domain/Core: Business logic, independent of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 Structure:</a:t>
            </a:r>
          </a:p>
          <a:p>
            <a:pPr>
              <a:defRPr sz="1400"/>
            </a:pPr>
            <a:r>
              <a:t>1. Entity Layer: Domain models (Transfer, CreateTransferRequest)</a:t>
            </a:r>
          </a:p>
          <a:p>
            <a:pPr>
              <a:defRPr sz="1400"/>
            </a:pPr>
            <a:r>
              <a:t>2. Ports Layer: Interface definitions</a:t>
            </a:r>
          </a:p>
          <a:p>
            <a:pPr lvl="1">
              <a:defRPr sz="1400"/>
            </a:pPr>
            <a:r>
              <a:t>   - ports/app: Application service interfaces</a:t>
            </a:r>
          </a:p>
          <a:p>
            <a:pPr lvl="1">
              <a:defRPr sz="1400"/>
            </a:pPr>
            <a:r>
              <a:t>   - ports/core: Core business logic interfaces</a:t>
            </a:r>
          </a:p>
          <a:p>
            <a:pPr lvl="1">
              <a:defRPr sz="1400"/>
            </a:pPr>
            <a:r>
              <a:t>   - ports/secondary: Secondary adapter interfaces (DB, Cache)</a:t>
            </a:r>
          </a:p>
          <a:p>
            <a:pPr>
              <a:defRPr sz="1400"/>
            </a:pPr>
            <a:r>
              <a:t>3. Adapters Layer: Interface implementations</a:t>
            </a:r>
          </a:p>
          <a:p>
            <a:pPr lvl="1">
              <a:defRPr sz="1400"/>
            </a:pPr>
            <a:r>
              <a:t>   - adapters/core: Business logic implementation</a:t>
            </a:r>
          </a:p>
          <a:p>
            <a:pPr lvl="1">
              <a:defRPr sz="1400"/>
            </a:pPr>
            <a:r>
              <a:t>   - adapters/app: Application service implementation</a:t>
            </a:r>
          </a:p>
          <a:p>
            <a:pPr lvl="1">
              <a:defRPr sz="1400"/>
            </a:pPr>
            <a:r>
              <a:t>   - adapters/framework/primary: REST handlers (Gin)</a:t>
            </a:r>
          </a:p>
          <a:p>
            <a:pPr lvl="1">
              <a:defRPr sz="1400"/>
            </a:pPr>
            <a:r>
              <a:t>   - adapters/framework/secondary: DB &amp; Cache repositories</a:t>
            </a:r>
          </a:p>
          <a:p>
            <a:pPr>
              <a:defRPr sz="1400"/>
            </a:pPr>
            <a:r>
              <a:t>4. Router: HTTP routing configuration</a:t>
            </a:r>
          </a:p>
          <a:p>
            <a:pPr>
              <a:defRPr sz="1400"/>
            </a:pPr>
            <a:r>
              <a:t>5. CMD: Application entry point (main.go)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HTTP Request → Response Flow:</a:t>
            </a:r>
          </a:p>
          <a:p>
            <a:pPr lvl="1">
              <a:defRPr sz="1600"/>
            </a:pPr>
            <a:r>
              <a:t>1. HTTP Request arrives at Gin Router</a:t>
            </a:r>
          </a:p>
          <a:p>
            <a:pPr lvl="1">
              <a:defRPr sz="1600"/>
            </a:pPr>
            <a:r>
              <a:t>2. Router dispatches to Handler (Primary Adapter)</a:t>
            </a:r>
          </a:p>
          <a:p>
            <a:pPr lvl="1">
              <a:defRPr sz="1600"/>
            </a:pPr>
            <a:r>
              <a:t>3. Handler validates request and calls App Service (Port)</a:t>
            </a:r>
          </a:p>
          <a:p>
            <a:pPr lvl="1">
              <a:defRPr sz="1600"/>
            </a:pPr>
            <a:r>
              <a:t>4. App Service orchestrates business flow</a:t>
            </a:r>
          </a:p>
          <a:p>
            <a:pPr lvl="1">
              <a:defRPr sz="1600"/>
            </a:pPr>
            <a:r>
              <a:t>5. App Service calls Core Service (Port)</a:t>
            </a:r>
          </a:p>
          <a:p>
            <a:pPr lvl="1">
              <a:defRPr sz="1600"/>
            </a:pPr>
            <a:r>
              <a:t>6. Core Service executes business logic</a:t>
            </a:r>
          </a:p>
          <a:p>
            <a:pPr lvl="1">
              <a:defRPr sz="1600"/>
            </a:pPr>
            <a:r>
              <a:t>7. Core Service calls Secondary Adapters (DB/Cache)</a:t>
            </a:r>
          </a:p>
          <a:p>
            <a:pPr lvl="1">
              <a:defRPr sz="1600"/>
            </a:pPr>
            <a:r>
              <a:t>8. Secondary Adapters interact with infrastructure</a:t>
            </a:r>
          </a:p>
          <a:p>
            <a:pPr lvl="1">
              <a:defRPr sz="1600"/>
            </a:pPr>
            <a:r>
              <a:t>9. Response flows back through layers</a:t>
            </a:r>
          </a:p>
          <a:p>
            <a:pPr lvl="1">
              <a:defRPr sz="1600"/>
            </a:pPr>
            <a:r>
              <a:t>10. Handler returns HTTP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Technologies:</a:t>
            </a:r>
          </a:p>
          <a:p>
            <a:pPr lvl="1">
              <a:defRPr sz="1800"/>
            </a:pPr>
            <a:r>
              <a:t>Language: Go 1.25.5</a:t>
            </a:r>
          </a:p>
          <a:p>
            <a:pPr lvl="1">
              <a:defRPr sz="1800"/>
            </a:pPr>
            <a:r>
              <a:t>HTTP Framework: Gin (github.com/gin-gonic/gin)</a:t>
            </a:r>
          </a:p>
          <a:p>
            <a:pPr lvl="1">
              <a:defRPr sz="1800"/>
            </a:pPr>
            <a:r>
              <a:t>Testing: Go standard testing + go.uber.org/mock</a:t>
            </a:r>
          </a:p>
          <a:p>
            <a:pPr lvl="1">
              <a:defRPr sz="1800"/>
            </a:pPr>
            <a:r>
              <a:t>Logging: slog (structured logging)</a:t>
            </a:r>
          </a:p>
          <a:p>
            <a:pPr lvl="1">
              <a:defRPr sz="1800"/>
            </a:pPr>
            <a:r>
              <a:t>Architecture: Hexagonal (Ports &amp; Adapters)</a:t>
            </a:r>
          </a:p>
          <a:p>
            <a:pPr lvl="1">
              <a:defRPr sz="1800"/>
            </a:pPr>
            <a:r>
              <a:t>Dependency Injection: Constructor-based 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Organization:</a:t>
            </a:r>
          </a:p>
          <a:p>
            <a:pPr>
              <a:defRPr sz="1300"/>
            </a:pPr>
            <a:r>
              <a:t>cmd/gateway/ - Application entry point</a:t>
            </a:r>
          </a:p>
          <a:p>
            <a:pPr>
              <a:defRPr sz="1300"/>
            </a:pPr>
            <a:r>
              <a:t>config/ - Configuration management</a:t>
            </a:r>
          </a:p>
          <a:p>
            <a:pPr>
              <a:defRPr sz="1300"/>
            </a:pPr>
            <a:r>
              <a:t>internal/ - Private application code</a:t>
            </a:r>
          </a:p>
          <a:p>
            <a:pPr lvl="1">
              <a:defRPr sz="1300"/>
            </a:pPr>
            <a:r>
              <a:t>  adapters/ - Port implementations</a:t>
            </a:r>
          </a:p>
          <a:p>
            <a:pPr lvl="2">
              <a:defRPr sz="1300"/>
            </a:pPr>
            <a:r>
              <a:t>    app/ - Application services</a:t>
            </a:r>
          </a:p>
          <a:p>
            <a:pPr lvl="2">
              <a:defRPr sz="1300"/>
            </a:pPr>
            <a:r>
              <a:t>    core/ - Business logic</a:t>
            </a:r>
          </a:p>
          <a:p>
            <a:pPr lvl="2">
              <a:defRPr sz="1300"/>
            </a:pPr>
            <a:r>
              <a:t>      entity/ - Domain models</a:t>
            </a:r>
          </a:p>
          <a:p>
            <a:pPr lvl="2">
              <a:defRPr sz="1300"/>
            </a:pPr>
            <a:r>
              <a:t>    framework/ - Infrastructure</a:t>
            </a:r>
          </a:p>
          <a:p>
            <a:pPr lvl="2">
              <a:defRPr sz="1300"/>
            </a:pPr>
            <a:r>
              <a:t>      primary/ - Driving adapters (REST)</a:t>
            </a:r>
          </a:p>
          <a:p>
            <a:pPr lvl="2">
              <a:defRPr sz="1300"/>
            </a:pPr>
            <a:r>
              <a:t>      secondary/ - Driven adapters (DB, Cache)</a:t>
            </a:r>
          </a:p>
          <a:p>
            <a:pPr lvl="1">
              <a:defRPr sz="1300"/>
            </a:pPr>
            <a:r>
              <a:t>  ports/ - Interface definitions</a:t>
            </a:r>
          </a:p>
          <a:p>
            <a:pPr lvl="2">
              <a:defRPr sz="1300"/>
            </a:pPr>
            <a:r>
              <a:t>    app/ - App service interfaces</a:t>
            </a:r>
          </a:p>
          <a:p>
            <a:pPr lvl="2">
              <a:defRPr sz="1300"/>
            </a:pPr>
            <a:r>
              <a:t>    core/ - Core service interfaces</a:t>
            </a:r>
          </a:p>
          <a:p>
            <a:pPr lvl="2">
              <a:defRPr sz="1300"/>
            </a:pPr>
            <a:r>
              <a:t>    secondary/ - Infrastructure interfaces</a:t>
            </a:r>
          </a:p>
          <a:p>
            <a:pPr>
              <a:defRPr sz="1300"/>
            </a:pPr>
            <a:r>
              <a:t>router/ - HTTP routing setup</a:t>
            </a:r>
          </a:p>
          <a:p>
            <a:pPr>
              <a:defRPr sz="1300"/>
            </a:pPr>
            <a:r>
              <a:t>test/ - Test suites</a:t>
            </a:r>
          </a:p>
          <a:p>
            <a:pPr lvl="1">
              <a:defRPr sz="1300"/>
            </a:pPr>
            <a:r>
              <a:t>  e2e/ - End-to-end tests</a:t>
            </a:r>
          </a:p>
          <a:p>
            <a:pPr lvl="1">
              <a:defRPr sz="1300"/>
            </a:pPr>
            <a:r>
              <a:t>  integration/ - Integration tests</a:t>
            </a:r>
          </a:p>
          <a:p>
            <a:pPr lvl="1">
              <a:defRPr sz="1300"/>
            </a:pPr>
            <a:r>
              <a:t>  mocks/ - Generated mocks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Multi-Layer Testing Approach:</a:t>
            </a:r>
          </a:p>
          <a:p>
            <a:pPr>
              <a:defRPr sz="1500"/>
            </a:pPr>
            <a:r>
              <a:t>Unit Tests: Test individual components in isolation</a:t>
            </a:r>
          </a:p>
          <a:p>
            <a:pPr lvl="1">
              <a:defRPr sz="1500"/>
            </a:pPr>
            <a:r>
              <a:t>  - Handler tests: Test HTTP handlers with mocked services</a:t>
            </a:r>
          </a:p>
          <a:p>
            <a:pPr lvl="1">
              <a:defRPr sz="1500"/>
            </a:pPr>
            <a:r>
              <a:t>  - Service tests: Test business logic with mocked repositories</a:t>
            </a:r>
          </a:p>
          <a:p>
            <a:pPr lvl="1">
              <a:defRPr sz="1500"/>
            </a:pPr>
            <a:r>
              <a:t>  - Repository tests: Test data access layer</a:t>
            </a:r>
          </a:p>
          <a:p>
            <a:pPr>
              <a:defRPr sz="1500"/>
            </a:pPr>
            <a:r>
              <a:t>Integration Tests: Test component interactions</a:t>
            </a:r>
          </a:p>
          <a:p>
            <a:pPr lvl="1">
              <a:defRPr sz="1500"/>
            </a:pPr>
            <a:r>
              <a:t>  - Service + Repository: Test business logic with real dependencies</a:t>
            </a:r>
          </a:p>
          <a:p>
            <a:pPr>
              <a:defRPr sz="1500"/>
            </a:pPr>
            <a:r>
              <a:t>E2E Tests: Test complete request flow</a:t>
            </a:r>
          </a:p>
          <a:p>
            <a:pPr lvl="1">
              <a:defRPr sz="1500"/>
            </a:pPr>
            <a:r>
              <a:t>  - Full stack testing: HTTP request → response validation</a:t>
            </a:r>
          </a:p>
          <a:p>
            <a:pPr>
              <a:defRPr sz="1500"/>
            </a:pPr>
            <a:r>
              <a:t>Mock Generation: Using go.uber.org/mock for test doubles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 Service -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Functionality:</a:t>
            </a:r>
          </a:p>
          <a:p>
            <a:pPr>
              <a:defRPr sz="1600"/>
            </a:pPr>
            <a:r>
              <a:t>Create Transfer - Initiate money transfer between accounts</a:t>
            </a:r>
          </a:p>
          <a:p>
            <a:pPr>
              <a:defRPr sz="1600"/>
            </a:pPr>
            <a:r>
              <a:t>Get Transfer by ID - Retrieve transfer details</a:t>
            </a:r>
          </a:p>
          <a:p>
            <a:pPr>
              <a:defRPr sz="1600"/>
            </a:pPr>
            <a:r>
              <a:t>List Transfers - Get all transfers</a:t>
            </a:r>
          </a:p>
          <a:p>
            <a:pPr>
              <a:defRPr sz="1600"/>
            </a:pPr>
            <a:r>
              <a:t>Update Transfer Status - Modify transfer state</a:t>
            </a:r>
          </a:p>
          <a:p/>
          <a:p>
            <a:pPr>
              <a:defRPr sz="1600"/>
            </a:pPr>
            <a:r>
              <a:t>Key Components:</a:t>
            </a:r>
          </a:p>
          <a:p>
            <a:pPr lvl="1">
              <a:defRPr sz="1600"/>
            </a:pPr>
            <a:r>
              <a:t>  • Idempotency handling via cache</a:t>
            </a:r>
          </a:p>
          <a:p>
            <a:pPr lvl="1">
              <a:defRPr sz="1600"/>
            </a:pPr>
            <a:r>
              <a:t>  • Balance tracking (from/to accounts)</a:t>
            </a:r>
          </a:p>
          <a:p>
            <a:pPr lvl="1">
              <a:defRPr sz="1600"/>
            </a:pPr>
            <a:r>
              <a:t>  • Status management</a:t>
            </a:r>
          </a:p>
          <a:p>
            <a:pPr lvl="1">
              <a:defRPr sz="1600"/>
            </a:pPr>
            <a:r>
              <a:t>  • Structured logging with slog</a:t>
            </a:r>
          </a:p>
          <a:p>
            <a:pPr lvl="1">
              <a:defRPr sz="1600"/>
            </a:pPr>
            <a:r>
              <a:t>  • Request validation</a:t>
            </a:r>
          </a:p>
          <a:p>
            <a:pPr lvl="1">
              <a:defRPr sz="1600"/>
            </a:pPr>
            <a:r>
              <a:t>  • Error handling and HTTP status codes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Dependency Injection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Constructor-Based DI (from main.go):</a:t>
            </a:r>
          </a:p>
          <a:p>
            <a:pPr>
              <a:defRPr sz="1400"/>
            </a:pPr>
            <a:r>
              <a:t>1. Initialize DB Repository</a:t>
            </a:r>
          </a:p>
          <a:p>
            <a:pPr lvl="1">
              <a:defRPr sz="1400"/>
            </a:pPr>
            <a:r>
              <a:t>   dbRepo := transferDB.New(config)</a:t>
            </a:r>
          </a:p>
          <a:p/>
          <a:p>
            <a:pPr>
              <a:defRPr sz="1400"/>
            </a:pPr>
            <a:r>
              <a:t>2. Initialize Cache Repository</a:t>
            </a:r>
          </a:p>
          <a:p>
            <a:pPr lvl="1">
              <a:defRPr sz="1400"/>
            </a:pPr>
            <a:r>
              <a:t>   cacheRepo := idempotencyCache.New(config)</a:t>
            </a:r>
          </a:p>
          <a:p/>
          <a:p>
            <a:pPr>
              <a:defRPr sz="1400"/>
            </a:pPr>
            <a:r>
              <a:t>3. Initialize Core Service (inject repositories)</a:t>
            </a:r>
          </a:p>
          <a:p>
            <a:pPr lvl="1">
              <a:defRPr sz="1400"/>
            </a:pPr>
            <a:r>
              <a:t>   coreTransfer := transferCore.New(dbRepo, cacheRepo)</a:t>
            </a:r>
          </a:p>
          <a:p/>
          <a:p>
            <a:pPr>
              <a:defRPr sz="1400"/>
            </a:pPr>
            <a:r>
              <a:t>4. Initialize App Service (inject core)</a:t>
            </a:r>
          </a:p>
          <a:p>
            <a:pPr lvl="1">
              <a:defRPr sz="1400"/>
            </a:pPr>
            <a:r>
              <a:t>   appTransfer := transferApp.New(coreTransfer)</a:t>
            </a:r>
          </a:p>
          <a:p/>
          <a:p>
            <a:pPr>
              <a:defRPr sz="1400"/>
            </a:pPr>
            <a:r>
              <a:t>5. Initialize Handler (inject app service)</a:t>
            </a:r>
          </a:p>
          <a:p>
            <a:pPr lvl="1">
              <a:defRPr sz="1400"/>
            </a:pPr>
            <a:r>
              <a:t>   handler := transferHandler.New(appTransfer)</a:t>
            </a:r>
          </a:p>
          <a:p/>
          <a:p>
            <a:pPr>
              <a:defRPr sz="1400"/>
            </a:pPr>
            <a:r>
              <a:t>6. Initialize Router (inject handler)</a:t>
            </a:r>
          </a:p>
          <a:p>
            <a:pPr lvl="1">
              <a:defRPr sz="1400"/>
            </a:pPr>
            <a:r>
              <a:t>   router := router.NewRouter(handler)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Hexagonal Architecture?</a:t>
            </a:r>
          </a:p>
          <a:p>
            <a:pPr lvl="1">
              <a:defRPr sz="1600"/>
            </a:pPr>
            <a:r>
              <a:t>Testability: Easy to mock dependencies, test in isolation</a:t>
            </a:r>
          </a:p>
          <a:p>
            <a:pPr lvl="1">
              <a:defRPr sz="1600"/>
            </a:pPr>
            <a:r>
              <a:t>Maintainability: Clear separation makes changes localized</a:t>
            </a:r>
          </a:p>
          <a:p>
            <a:pPr lvl="1">
              <a:defRPr sz="1600"/>
            </a:pPr>
            <a:r>
              <a:t>Flexibility: Swap implementations without changing core logic</a:t>
            </a:r>
          </a:p>
          <a:p>
            <a:pPr lvl="1">
              <a:defRPr sz="1600"/>
            </a:pPr>
            <a:r>
              <a:t>Independence: Business logic doesn't depend on frameworks</a:t>
            </a:r>
          </a:p>
          <a:p>
            <a:pPr lvl="1">
              <a:defRPr sz="1600"/>
            </a:pPr>
            <a:r>
              <a:t>Scalability: Easy to add new adapters (gRPC, GraphQL, etc.)</a:t>
            </a:r>
          </a:p>
          <a:p>
            <a:pPr lvl="1">
              <a:defRPr sz="1600"/>
            </a:pPr>
            <a:r>
              <a:t>Team Collaboration: Clear boundaries enable parallel development</a:t>
            </a:r>
          </a:p>
          <a:p>
            <a:pPr lvl="1">
              <a:defRPr sz="1600"/>
            </a:pPr>
            <a:r>
              <a:t>Technology Agnostic: Core domain independent of tech choices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